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59" r:id="rId5"/>
    <p:sldId id="268" r:id="rId6"/>
    <p:sldId id="267" r:id="rId7"/>
    <p:sldId id="266" r:id="rId8"/>
    <p:sldId id="265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7" autoAdjust="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4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75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85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84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65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68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31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2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13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25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0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41FFE-B0B9-4A3A-AFD9-4F4F8ED3183F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17EEA-9866-47C6-9DFC-85019C58EC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80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Чат бот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415585"/>
          </a:xfrm>
        </p:spPr>
        <p:txBody>
          <a:bodyPr>
            <a:normAutofit/>
          </a:bodyPr>
          <a:lstStyle/>
          <a:p>
            <a:r>
              <a:rPr lang="ru-RU" dirty="0" smtClean="0"/>
              <a:t>Разработка чат бота с использованием технологии нейронных сетей</a:t>
            </a:r>
          </a:p>
          <a:p>
            <a:pPr algn="l"/>
            <a:endParaRPr lang="ru-RU" dirty="0" smtClean="0"/>
          </a:p>
          <a:p>
            <a:pPr algn="l"/>
            <a:r>
              <a:rPr lang="ru-RU" sz="2000" dirty="0" smtClean="0"/>
              <a:t>Авторы:</a:t>
            </a:r>
          </a:p>
          <a:p>
            <a:pPr algn="l"/>
            <a:r>
              <a:rPr lang="ru-RU" sz="2000" dirty="0" err="1" smtClean="0"/>
              <a:t>Фуражкин</a:t>
            </a:r>
            <a:r>
              <a:rPr lang="ru-RU" sz="2000" dirty="0" smtClean="0"/>
              <a:t> Димитрий Александрович</a:t>
            </a:r>
          </a:p>
          <a:p>
            <a:pPr algn="l"/>
            <a:r>
              <a:rPr lang="ru-RU" sz="2000" dirty="0" smtClean="0"/>
              <a:t>Мухтаруллин Тимур Флорисович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019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Проблемы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Необходимость консультировать пользователей по типичным вопросам (более </a:t>
            </a:r>
            <a:r>
              <a:rPr lang="en-US" b="1" dirty="0" smtClean="0"/>
              <a:t>1</a:t>
            </a:r>
            <a:r>
              <a:rPr lang="ru-RU" b="1" dirty="0" smtClean="0"/>
              <a:t>5 ч</a:t>
            </a:r>
            <a:r>
              <a:rPr lang="en-US" b="1" dirty="0" smtClean="0"/>
              <a:t>/</a:t>
            </a:r>
            <a:r>
              <a:rPr lang="ru-RU" b="1" dirty="0" smtClean="0"/>
              <a:t>месяц</a:t>
            </a:r>
            <a:r>
              <a:rPr lang="ru-RU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Специалисты ОСРМ не всегда доступны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Долгий поиск решения специалистом ОСРМ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57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Используемые технологии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Vue</a:t>
            </a:r>
            <a:r>
              <a:rPr lang="en-US" dirty="0" smtClean="0"/>
              <a:t> </a:t>
            </a:r>
            <a:r>
              <a:rPr lang="en-US" dirty="0" err="1" smtClean="0"/>
              <a:t>js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Quasar </a:t>
            </a:r>
            <a:r>
              <a:rPr lang="en-US" dirty="0"/>
              <a:t>framework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Python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Rasa framework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59" y="1395413"/>
            <a:ext cx="2438400" cy="24384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417" y="1690688"/>
            <a:ext cx="2143125" cy="2143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59" y="3833813"/>
            <a:ext cx="2643051" cy="26430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692" y="4379050"/>
            <a:ext cx="29432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3108" y="365125"/>
            <a:ext cx="9823269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Почему чат-бот </a:t>
            </a:r>
            <a:r>
              <a:rPr lang="ru-RU" b="1" dirty="0" smtClean="0"/>
              <a:t>на сайте лучше </a:t>
            </a:r>
            <a:r>
              <a:rPr lang="ru-RU" b="1" dirty="0"/>
              <a:t>чем очередное приложение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108" y="2429691"/>
            <a:ext cx="6186145" cy="37472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dirty="0"/>
              <a:t>П</a:t>
            </a:r>
            <a:r>
              <a:rPr lang="ru-RU" sz="3200" dirty="0" smtClean="0"/>
              <a:t>ривычная </a:t>
            </a:r>
            <a:r>
              <a:rPr lang="ru-RU" sz="3200" dirty="0"/>
              <a:t>среда общения для </a:t>
            </a:r>
            <a:r>
              <a:rPr lang="ru-RU" sz="3200" dirty="0" smtClean="0"/>
              <a:t>пользователей в </a:t>
            </a:r>
            <a:r>
              <a:rPr lang="ru-RU" sz="3200" dirty="0"/>
              <a:t>виде сообщений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Работает </a:t>
            </a:r>
            <a:r>
              <a:rPr lang="ru-RU" sz="3200" dirty="0"/>
              <a:t>везде: десктоп, планшеты, телефоны. </a:t>
            </a:r>
            <a:endParaRPr lang="ru-RU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Нет ограничений как у мессенджеров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670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6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Принцип работы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7485"/>
            <a:ext cx="4962381" cy="3125406"/>
          </a:xfrm>
        </p:spPr>
      </p:pic>
    </p:spTree>
    <p:extLst>
      <p:ext uri="{BB962C8B-B14F-4D97-AF65-F5344CB8AC3E}">
        <p14:creationId xmlns:p14="http://schemas.microsoft.com/office/powerpoint/2010/main" val="358059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Как управлять?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18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Демонстрация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59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Итоги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Доступен 24</a:t>
            </a:r>
            <a:r>
              <a:rPr lang="en-US" dirty="0" smtClean="0"/>
              <a:t>/</a:t>
            </a:r>
            <a:r>
              <a:rPr lang="ru-RU" dirty="0" smtClean="0"/>
              <a:t>7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«Быстрая» консультация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Затраты на создание – 64 часа (окупаемость </a:t>
            </a:r>
            <a:r>
              <a:rPr lang="en-US" dirty="0" smtClean="0"/>
              <a:t>~ </a:t>
            </a:r>
            <a:r>
              <a:rPr lang="ru-RU" dirty="0" smtClean="0"/>
              <a:t>6 мес.)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На создание </a:t>
            </a:r>
            <a:r>
              <a:rPr lang="ru-RU" dirty="0" err="1" smtClean="0"/>
              <a:t>интента</a:t>
            </a:r>
            <a:r>
              <a:rPr lang="ru-RU" dirty="0" smtClean="0"/>
              <a:t> – 1 час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Простой процесс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43224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Планы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Обучить основным кейсам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Возможность оформить заявку (с собранной обязательной информацией)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Интеграция с базой знаний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73206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135</Words>
  <Application>Microsoft Office PowerPoint</Application>
  <PresentationFormat>Широкоэкранный</PresentationFormat>
  <Paragraphs>32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Чат бот</vt:lpstr>
      <vt:lpstr>Проблемы</vt:lpstr>
      <vt:lpstr>Используемые технологии</vt:lpstr>
      <vt:lpstr>Почему чат-бот на сайте лучше чем очередное приложение</vt:lpstr>
      <vt:lpstr>Принцип работы</vt:lpstr>
      <vt:lpstr>Как управлять?</vt:lpstr>
      <vt:lpstr>Демонстрация</vt:lpstr>
      <vt:lpstr>Итоги</vt:lpstr>
      <vt:lpstr>Планы</vt:lpstr>
    </vt:vector>
  </TitlesOfParts>
  <Company>UGSK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 бот Deadpool</dc:title>
  <dc:creator>Мухтаруллин Тимур Флорисович</dc:creator>
  <cp:lastModifiedBy>Мухтаруллин Тимур Флорисович</cp:lastModifiedBy>
  <cp:revision>85</cp:revision>
  <dcterms:created xsi:type="dcterms:W3CDTF">2021-06-07T05:37:01Z</dcterms:created>
  <dcterms:modified xsi:type="dcterms:W3CDTF">2021-06-08T11:03:29Z</dcterms:modified>
</cp:coreProperties>
</file>